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7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ral mozhi" userId="16bd63f373f61910" providerId="LiveId" clId="{3510D0B6-3048-4CEF-BF9F-D94E1D988CA0}"/>
    <pc:docChg chg="modSld">
      <pc:chgData name="kural mozhi" userId="16bd63f373f61910" providerId="LiveId" clId="{3510D0B6-3048-4CEF-BF9F-D94E1D988CA0}" dt="2026-01-17T04:04:49.081" v="80" actId="20577"/>
      <pc:docMkLst>
        <pc:docMk/>
      </pc:docMkLst>
      <pc:sldChg chg="modSp mod">
        <pc:chgData name="kural mozhi" userId="16bd63f373f61910" providerId="LiveId" clId="{3510D0B6-3048-4CEF-BF9F-D94E1D988CA0}" dt="2026-01-17T04:02:16.016" v="5" actId="20577"/>
        <pc:sldMkLst>
          <pc:docMk/>
          <pc:sldMk cId="0" sldId="257"/>
        </pc:sldMkLst>
        <pc:spChg chg="mod">
          <ac:chgData name="kural mozhi" userId="16bd63f373f61910" providerId="LiveId" clId="{3510D0B6-3048-4CEF-BF9F-D94E1D988CA0}" dt="2026-01-17T04:02:16.016" v="5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ural mozhi" userId="16bd63f373f61910" providerId="LiveId" clId="{3510D0B6-3048-4CEF-BF9F-D94E1D988CA0}" dt="2026-01-17T04:02:30.116" v="11" actId="20577"/>
        <pc:sldMkLst>
          <pc:docMk/>
          <pc:sldMk cId="0" sldId="258"/>
        </pc:sldMkLst>
        <pc:spChg chg="mod">
          <ac:chgData name="kural mozhi" userId="16bd63f373f61910" providerId="LiveId" clId="{3510D0B6-3048-4CEF-BF9F-D94E1D988CA0}" dt="2026-01-17T04:02:30.116" v="11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kural mozhi" userId="16bd63f373f61910" providerId="LiveId" clId="{3510D0B6-3048-4CEF-BF9F-D94E1D988CA0}" dt="2026-01-17T04:02:42.244" v="19" actId="20577"/>
        <pc:sldMkLst>
          <pc:docMk/>
          <pc:sldMk cId="0" sldId="259"/>
        </pc:sldMkLst>
        <pc:spChg chg="mod">
          <ac:chgData name="kural mozhi" userId="16bd63f373f61910" providerId="LiveId" clId="{3510D0B6-3048-4CEF-BF9F-D94E1D988CA0}" dt="2026-01-17T04:02:42.244" v="19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kural mozhi" userId="16bd63f373f61910" providerId="LiveId" clId="{3510D0B6-3048-4CEF-BF9F-D94E1D988CA0}" dt="2026-01-17T04:02:56.252" v="26" actId="20577"/>
        <pc:sldMkLst>
          <pc:docMk/>
          <pc:sldMk cId="0" sldId="260"/>
        </pc:sldMkLst>
        <pc:spChg chg="mod">
          <ac:chgData name="kural mozhi" userId="16bd63f373f61910" providerId="LiveId" clId="{3510D0B6-3048-4CEF-BF9F-D94E1D988CA0}" dt="2026-01-17T04:02:56.252" v="26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kural mozhi" userId="16bd63f373f61910" providerId="LiveId" clId="{3510D0B6-3048-4CEF-BF9F-D94E1D988CA0}" dt="2026-01-17T04:03:19.220" v="34" actId="20577"/>
        <pc:sldMkLst>
          <pc:docMk/>
          <pc:sldMk cId="0" sldId="261"/>
        </pc:sldMkLst>
        <pc:spChg chg="mod">
          <ac:chgData name="kural mozhi" userId="16bd63f373f61910" providerId="LiveId" clId="{3510D0B6-3048-4CEF-BF9F-D94E1D988CA0}" dt="2026-01-17T04:03:19.220" v="34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kural mozhi" userId="16bd63f373f61910" providerId="LiveId" clId="{3510D0B6-3048-4CEF-BF9F-D94E1D988CA0}" dt="2026-01-17T04:03:37.121" v="42" actId="20577"/>
        <pc:sldMkLst>
          <pc:docMk/>
          <pc:sldMk cId="0" sldId="262"/>
        </pc:sldMkLst>
        <pc:spChg chg="mod">
          <ac:chgData name="kural mozhi" userId="16bd63f373f61910" providerId="LiveId" clId="{3510D0B6-3048-4CEF-BF9F-D94E1D988CA0}" dt="2026-01-17T04:03:37.121" v="42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kural mozhi" userId="16bd63f373f61910" providerId="LiveId" clId="{3510D0B6-3048-4CEF-BF9F-D94E1D988CA0}" dt="2026-01-17T04:03:46.401" v="48" actId="20577"/>
        <pc:sldMkLst>
          <pc:docMk/>
          <pc:sldMk cId="0" sldId="263"/>
        </pc:sldMkLst>
        <pc:spChg chg="mod">
          <ac:chgData name="kural mozhi" userId="16bd63f373f61910" providerId="LiveId" clId="{3510D0B6-3048-4CEF-BF9F-D94E1D988CA0}" dt="2026-01-17T04:03:46.401" v="48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kural mozhi" userId="16bd63f373f61910" providerId="LiveId" clId="{3510D0B6-3048-4CEF-BF9F-D94E1D988CA0}" dt="2026-01-17T04:04:03.836" v="56" actId="20577"/>
        <pc:sldMkLst>
          <pc:docMk/>
          <pc:sldMk cId="0" sldId="264"/>
        </pc:sldMkLst>
        <pc:spChg chg="mod">
          <ac:chgData name="kural mozhi" userId="16bd63f373f61910" providerId="LiveId" clId="{3510D0B6-3048-4CEF-BF9F-D94E1D988CA0}" dt="2026-01-17T04:04:03.836" v="56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kural mozhi" userId="16bd63f373f61910" providerId="LiveId" clId="{3510D0B6-3048-4CEF-BF9F-D94E1D988CA0}" dt="2026-01-17T04:04:15.191" v="64" actId="20577"/>
        <pc:sldMkLst>
          <pc:docMk/>
          <pc:sldMk cId="0" sldId="265"/>
        </pc:sldMkLst>
        <pc:spChg chg="mod">
          <ac:chgData name="kural mozhi" userId="16bd63f373f61910" providerId="LiveId" clId="{3510D0B6-3048-4CEF-BF9F-D94E1D988CA0}" dt="2026-01-17T04:04:15.191" v="64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kural mozhi" userId="16bd63f373f61910" providerId="LiveId" clId="{3510D0B6-3048-4CEF-BF9F-D94E1D988CA0}" dt="2026-01-17T04:04:32.656" v="72" actId="20577"/>
        <pc:sldMkLst>
          <pc:docMk/>
          <pc:sldMk cId="0" sldId="266"/>
        </pc:sldMkLst>
        <pc:spChg chg="mod">
          <ac:chgData name="kural mozhi" userId="16bd63f373f61910" providerId="LiveId" clId="{3510D0B6-3048-4CEF-BF9F-D94E1D988CA0}" dt="2026-01-17T04:04:32.656" v="72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kural mozhi" userId="16bd63f373f61910" providerId="LiveId" clId="{3510D0B6-3048-4CEF-BF9F-D94E1D988CA0}" dt="2026-01-17T04:04:49.081" v="80" actId="20577"/>
        <pc:sldMkLst>
          <pc:docMk/>
          <pc:sldMk cId="0" sldId="267"/>
        </pc:sldMkLst>
        <pc:spChg chg="mod">
          <ac:chgData name="kural mozhi" userId="16bd63f373f61910" providerId="LiveId" clId="{3510D0B6-3048-4CEF-BF9F-D94E1D988CA0}" dt="2026-01-17T04:04:49.081" v="80" actId="20577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FactoryGuard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Predictive Maintenance System</a:t>
            </a:r>
          </a:p>
          <a:p>
            <a:r>
              <a:t>End-to-End ML Production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Unexpected robotic arm failures cause high downtime</a:t>
            </a:r>
          </a:p>
          <a:p>
            <a:r>
              <a:rPr dirty="0"/>
              <a:t>Failures are rare → highly imbalanced data</a:t>
            </a:r>
          </a:p>
          <a:p>
            <a:r>
              <a:rPr dirty="0"/>
              <a:t>Need early failure prediction with low latency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IoT sensor data ingestion</a:t>
            </a:r>
          </a:p>
          <a:p>
            <a:r>
              <a:rPr dirty="0"/>
              <a:t> Feature engineering pipeline</a:t>
            </a:r>
          </a:p>
          <a:p>
            <a:r>
              <a:rPr dirty="0"/>
              <a:t> ML model training &amp; optimization</a:t>
            </a:r>
          </a:p>
          <a:p>
            <a:r>
              <a:rPr lang="en-US" dirty="0"/>
              <a:t> </a:t>
            </a:r>
            <a:r>
              <a:rPr dirty="0"/>
              <a:t>Real-time prediction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500 robotic arms</a:t>
            </a:r>
          </a:p>
          <a:p>
            <a:r>
              <a:rPr dirty="0"/>
              <a:t>90 days of hourly data</a:t>
            </a:r>
          </a:p>
          <a:p>
            <a:r>
              <a:rPr dirty="0"/>
              <a:t>Sensors: vibration, temperature, pressure</a:t>
            </a:r>
          </a:p>
          <a:p>
            <a:r>
              <a:rPr dirty="0"/>
              <a:t>Failure rate ≈ 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Rolling statistics (1h, 6h, 12h)</a:t>
            </a:r>
          </a:p>
          <a:p>
            <a:r>
              <a:rPr dirty="0"/>
              <a:t>Lag features (t-1, t-6, t-12)</a:t>
            </a:r>
          </a:p>
          <a:p>
            <a:r>
              <a:rPr dirty="0"/>
              <a:t>Rate of change &amp; acceleration</a:t>
            </a:r>
          </a:p>
          <a:p>
            <a:r>
              <a:rPr dirty="0"/>
              <a:t>Cross-sensor interactions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Baseline: Logistic Regression</a:t>
            </a:r>
          </a:p>
          <a:p>
            <a:r>
              <a:rPr dirty="0"/>
              <a:t>Production: </a:t>
            </a:r>
            <a:r>
              <a:rPr dirty="0" err="1"/>
              <a:t>LightGBM</a:t>
            </a:r>
            <a:endParaRPr dirty="0"/>
          </a:p>
          <a:p>
            <a:r>
              <a:rPr dirty="0"/>
              <a:t>Time-series aware split</a:t>
            </a:r>
          </a:p>
          <a:p>
            <a:r>
              <a:rPr dirty="0"/>
              <a:t>Class imbalance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PR-AUC (primary metric)</a:t>
            </a:r>
          </a:p>
          <a:p>
            <a:r>
              <a:rPr dirty="0"/>
              <a:t>ROC-AUC</a:t>
            </a:r>
          </a:p>
          <a:p>
            <a:r>
              <a:rPr dirty="0"/>
              <a:t>Confusion Matrix</a:t>
            </a:r>
          </a:p>
          <a:p>
            <a:r>
              <a:rPr dirty="0"/>
              <a:t>Cost-weighted business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Threshold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Optimized decision threshold</a:t>
            </a:r>
          </a:p>
          <a:p>
            <a:r>
              <a:rPr dirty="0"/>
              <a:t>False Positive vs False Negative cost</a:t>
            </a:r>
          </a:p>
          <a:p>
            <a:r>
              <a:rPr dirty="0"/>
              <a:t>Minimized total business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Flask-based REST API</a:t>
            </a:r>
          </a:p>
          <a:p>
            <a:r>
              <a:rPr dirty="0"/>
              <a:t>/predict, /</a:t>
            </a:r>
            <a:r>
              <a:rPr dirty="0" err="1"/>
              <a:t>batch_predict</a:t>
            </a:r>
            <a:endParaRPr dirty="0"/>
          </a:p>
          <a:p>
            <a:r>
              <a:rPr dirty="0"/>
              <a:t>&lt;50ms latency target</a:t>
            </a:r>
          </a:p>
          <a:p>
            <a:r>
              <a:rPr dirty="0"/>
              <a:t>SHAP explainability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 API client</a:t>
            </a:r>
          </a:p>
          <a:p>
            <a:r>
              <a:rPr dirty="0"/>
              <a:t>Batch predictions</a:t>
            </a:r>
          </a:p>
          <a:p>
            <a:r>
              <a:rPr dirty="0"/>
              <a:t>Performance testing</a:t>
            </a:r>
          </a:p>
          <a:p>
            <a:r>
              <a:rPr dirty="0"/>
              <a:t>Real-time monitoring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Early failure detection</a:t>
            </a:r>
          </a:p>
          <a:p>
            <a:r>
              <a:rPr dirty="0"/>
              <a:t>Reduced downtime</a:t>
            </a:r>
          </a:p>
          <a:p>
            <a:r>
              <a:rPr dirty="0"/>
              <a:t>Lower maintenance cost</a:t>
            </a:r>
          </a:p>
          <a:p>
            <a:r>
              <a:rPr dirty="0"/>
              <a:t>Scalable to factory-wide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End-to-end production ML system</a:t>
            </a:r>
          </a:p>
          <a:p>
            <a:r>
              <a:rPr dirty="0"/>
              <a:t>Robust to imbalanced data</a:t>
            </a:r>
          </a:p>
          <a:p>
            <a:r>
              <a:rPr dirty="0"/>
              <a:t>Explainable &amp; cost-aware</a:t>
            </a:r>
          </a:p>
          <a:p>
            <a:r>
              <a:t>Ready </a:t>
            </a:r>
            <a:r>
              <a:rPr dirty="0"/>
              <a:t>for real-world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207</Words>
  <Application>Microsoft Office PowerPoint</Application>
  <PresentationFormat>On-screen Show (4:3)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FactoryGuard AI</vt:lpstr>
      <vt:lpstr>Problem Statement</vt:lpstr>
      <vt:lpstr>System Overview</vt:lpstr>
      <vt:lpstr>Data Simulation</vt:lpstr>
      <vt:lpstr>Feature Engineering</vt:lpstr>
      <vt:lpstr>Model Training</vt:lpstr>
      <vt:lpstr>Evaluation Metrics</vt:lpstr>
      <vt:lpstr>Threshold Optimization</vt:lpstr>
      <vt:lpstr>Production API</vt:lpstr>
      <vt:lpstr>Client &amp; Monitoring</vt:lpstr>
      <vt:lpstr>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kural mozhi</cp:lastModifiedBy>
  <cp:revision>1</cp:revision>
  <dcterms:created xsi:type="dcterms:W3CDTF">2013-01-27T09:14:16Z</dcterms:created>
  <dcterms:modified xsi:type="dcterms:W3CDTF">2026-01-17T04:04:52Z</dcterms:modified>
  <cp:category/>
</cp:coreProperties>
</file>